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7" r:id="rId4"/>
  </p:sldMasterIdLst>
  <p:notesMasterIdLst>
    <p:notesMasterId r:id="rId15"/>
  </p:notesMasterIdLst>
  <p:sldIdLst>
    <p:sldId id="260" r:id="rId5"/>
    <p:sldId id="261" r:id="rId6"/>
    <p:sldId id="262" r:id="rId7"/>
    <p:sldId id="268" r:id="rId8"/>
    <p:sldId id="263" r:id="rId9"/>
    <p:sldId id="264" r:id="rId10"/>
    <p:sldId id="265" r:id="rId11"/>
    <p:sldId id="266" r:id="rId12"/>
    <p:sldId id="269" r:id="rId13"/>
    <p:sldId id="270" r:id="rId14"/>
  </p:sldIdLst>
  <p:sldSz cx="12192000" cy="6858000"/>
  <p:notesSz cx="6858000" cy="9144000"/>
  <p:embeddedFontLst>
    <p:embeddedFont>
      <p:font typeface="Red Hat Display" panose="02010303040201060303" pitchFamily="2" charset="0"/>
      <p:regular r:id="rId16"/>
      <p:bold r:id="rId17"/>
      <p:italic r:id="rId18"/>
      <p:boldItalic r:id="rId19"/>
    </p:embeddedFont>
  </p:embeddedFontLst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E788BD3E-9232-5042-ADFE-D65434504CE5}">
          <p14:sldIdLst>
            <p14:sldId id="260"/>
            <p14:sldId id="261"/>
            <p14:sldId id="262"/>
            <p14:sldId id="268"/>
            <p14:sldId id="263"/>
            <p14:sldId id="264"/>
            <p14:sldId id="265"/>
            <p14:sldId id="266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0A17775-0454-95D8-D6B5-E80B6E01E205}" name="Marko Bremer" initials="MB" userId="S::mbremer@grupoeducativo.cl::443f3be2-27eb-4bb3-a68a-14b30c69a2ea" providerId="AD"/>
  <p188:author id="{EB4B5188-F5FB-134C-3A36-463C91C50AE5}" name="Macarena Cifuentes" initials="" userId="S::macarena.cifuentes@grupoeducativo.cl::40552620-6e45-4ff5-806e-b8448cf746e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5B5E"/>
    <a:srgbClr val="AD2D75"/>
    <a:srgbClr val="86A83E"/>
    <a:srgbClr val="488599"/>
    <a:srgbClr val="F9F9F9"/>
    <a:srgbClr val="FFFFFF"/>
    <a:srgbClr val="F8F8F8"/>
    <a:srgbClr val="7392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46"/>
    <p:restoredTop sz="96301"/>
  </p:normalViewPr>
  <p:slideViewPr>
    <p:cSldViewPr snapToGrid="0">
      <p:cViewPr varScale="1">
        <p:scale>
          <a:sx n="123" d="100"/>
          <a:sy n="123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57E42D-345E-A547-A154-F490FAFC0066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5AC91098-8958-D646-A8AF-78D2E6442DF3}">
      <dgm:prSet phldrT="[Texto]"/>
      <dgm:spPr/>
      <dgm:t>
        <a:bodyPr/>
        <a:lstStyle/>
        <a:p>
          <a:r>
            <a:rPr lang="es-MX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rPr>
            <a:t>Reflexión individual</a:t>
          </a:r>
        </a:p>
      </dgm:t>
    </dgm:pt>
    <dgm:pt modelId="{38782713-0D81-ED41-BCB6-145C366FADE0}" type="parTrans" cxnId="{68AD2E80-AC4B-C545-85D0-0E5C9B561D43}">
      <dgm:prSet/>
      <dgm:spPr/>
      <dgm:t>
        <a:bodyPr/>
        <a:lstStyle/>
        <a:p>
          <a:endParaRPr lang="es-MX"/>
        </a:p>
      </dgm:t>
    </dgm:pt>
    <dgm:pt modelId="{AA6F47AC-A7E5-9E42-A15A-AD5C31241C33}" type="sibTrans" cxnId="{68AD2E80-AC4B-C545-85D0-0E5C9B561D43}">
      <dgm:prSet/>
      <dgm:spPr/>
      <dgm:t>
        <a:bodyPr/>
        <a:lstStyle/>
        <a:p>
          <a:endParaRPr lang="es-MX"/>
        </a:p>
      </dgm:t>
    </dgm:pt>
    <dgm:pt modelId="{E6CC8ADD-6CBC-CF4A-A58D-2432DC55D0BA}">
      <dgm:prSet phldrT="[Texto]"/>
      <dgm:spPr/>
      <dgm:t>
        <a:bodyPr/>
        <a:lstStyle/>
        <a:p>
          <a:r>
            <a:rPr lang="es-MX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rPr>
            <a:t>Mapeo por categorías</a:t>
          </a:r>
        </a:p>
      </dgm:t>
    </dgm:pt>
    <dgm:pt modelId="{80B775CB-9ABF-3A4C-8573-E2461BA20CC3}" type="parTrans" cxnId="{74D21325-44A2-DE4B-8A9D-2D06E200B1B3}">
      <dgm:prSet/>
      <dgm:spPr/>
      <dgm:t>
        <a:bodyPr/>
        <a:lstStyle/>
        <a:p>
          <a:endParaRPr lang="es-MX"/>
        </a:p>
      </dgm:t>
    </dgm:pt>
    <dgm:pt modelId="{E83A6CF6-CA2F-0845-A593-A4030861BD02}" type="sibTrans" cxnId="{74D21325-44A2-DE4B-8A9D-2D06E200B1B3}">
      <dgm:prSet/>
      <dgm:spPr/>
      <dgm:t>
        <a:bodyPr/>
        <a:lstStyle/>
        <a:p>
          <a:endParaRPr lang="es-MX"/>
        </a:p>
      </dgm:t>
    </dgm:pt>
    <dgm:pt modelId="{F94E0850-9E68-024E-B0EB-A718EA5E7E3D}">
      <dgm:prSet phldrT="[Texto]"/>
      <dgm:spPr/>
      <dgm:t>
        <a:bodyPr/>
        <a:lstStyle/>
        <a:p>
          <a:r>
            <a:rPr lang="es-MX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rPr>
            <a:t>Priorización</a:t>
          </a:r>
        </a:p>
      </dgm:t>
    </dgm:pt>
    <dgm:pt modelId="{3766F63B-448D-F541-BB3C-1328F41E20DC}" type="parTrans" cxnId="{2DA2FE2E-0B13-DD48-997B-B02DEE5A4573}">
      <dgm:prSet/>
      <dgm:spPr/>
      <dgm:t>
        <a:bodyPr/>
        <a:lstStyle/>
        <a:p>
          <a:endParaRPr lang="es-MX"/>
        </a:p>
      </dgm:t>
    </dgm:pt>
    <dgm:pt modelId="{20DF4697-1BF9-ED48-AC9A-DC70A0EACA2A}" type="sibTrans" cxnId="{2DA2FE2E-0B13-DD48-997B-B02DEE5A4573}">
      <dgm:prSet/>
      <dgm:spPr/>
      <dgm:t>
        <a:bodyPr/>
        <a:lstStyle/>
        <a:p>
          <a:endParaRPr lang="es-MX"/>
        </a:p>
      </dgm:t>
    </dgm:pt>
    <dgm:pt modelId="{D37039A4-42C6-6E45-BCB7-0D31FD4FDDEA}">
      <dgm:prSet phldrT="[Texto]"/>
      <dgm:spPr/>
      <dgm:t>
        <a:bodyPr/>
        <a:lstStyle/>
        <a:p>
          <a:r>
            <a:rPr lang="es-MX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rPr>
            <a:t>Abordaje en Hoja de Ruta</a:t>
          </a:r>
        </a:p>
      </dgm:t>
    </dgm:pt>
    <dgm:pt modelId="{E6554C25-5ECD-4944-830E-CAF1A6359D83}" type="parTrans" cxnId="{5A3A58E2-B85C-F441-A6C9-CC1CF990279B}">
      <dgm:prSet/>
      <dgm:spPr/>
      <dgm:t>
        <a:bodyPr/>
        <a:lstStyle/>
        <a:p>
          <a:endParaRPr lang="es-MX"/>
        </a:p>
      </dgm:t>
    </dgm:pt>
    <dgm:pt modelId="{D3F73A14-4259-2C44-A516-136173419677}" type="sibTrans" cxnId="{5A3A58E2-B85C-F441-A6C9-CC1CF990279B}">
      <dgm:prSet/>
      <dgm:spPr/>
      <dgm:t>
        <a:bodyPr/>
        <a:lstStyle/>
        <a:p>
          <a:endParaRPr lang="es-MX"/>
        </a:p>
      </dgm:t>
    </dgm:pt>
    <dgm:pt modelId="{B45C17C7-96C1-2742-BE32-12A41AA08F5D}" type="pres">
      <dgm:prSet presAssocID="{A257E42D-345E-A547-A154-F490FAFC0066}" presName="Name0" presStyleCnt="0">
        <dgm:presLayoutVars>
          <dgm:dir/>
          <dgm:resizeHandles val="exact"/>
        </dgm:presLayoutVars>
      </dgm:prSet>
      <dgm:spPr/>
    </dgm:pt>
    <dgm:pt modelId="{30FAB83A-1926-BA48-A1E3-F2EA49D4D5F5}" type="pres">
      <dgm:prSet presAssocID="{5AC91098-8958-D646-A8AF-78D2E6442DF3}" presName="node" presStyleLbl="node1" presStyleIdx="0" presStyleCnt="4">
        <dgm:presLayoutVars>
          <dgm:bulletEnabled val="1"/>
        </dgm:presLayoutVars>
      </dgm:prSet>
      <dgm:spPr/>
    </dgm:pt>
    <dgm:pt modelId="{9517DFE8-BD75-D141-919A-F69D4EBC19F5}" type="pres">
      <dgm:prSet presAssocID="{AA6F47AC-A7E5-9E42-A15A-AD5C31241C33}" presName="sibTrans" presStyleLbl="sibTrans2D1" presStyleIdx="0" presStyleCnt="3"/>
      <dgm:spPr/>
    </dgm:pt>
    <dgm:pt modelId="{6531822F-46C3-AE49-A853-C0A6A0DD71AA}" type="pres">
      <dgm:prSet presAssocID="{AA6F47AC-A7E5-9E42-A15A-AD5C31241C33}" presName="connectorText" presStyleLbl="sibTrans2D1" presStyleIdx="0" presStyleCnt="3"/>
      <dgm:spPr/>
    </dgm:pt>
    <dgm:pt modelId="{BEEBB102-2FA5-F84B-9CF6-3DC20F34612E}" type="pres">
      <dgm:prSet presAssocID="{E6CC8ADD-6CBC-CF4A-A58D-2432DC55D0BA}" presName="node" presStyleLbl="node1" presStyleIdx="1" presStyleCnt="4">
        <dgm:presLayoutVars>
          <dgm:bulletEnabled val="1"/>
        </dgm:presLayoutVars>
      </dgm:prSet>
      <dgm:spPr/>
    </dgm:pt>
    <dgm:pt modelId="{1AEF9254-D495-4443-BD18-66EEF6CD0A92}" type="pres">
      <dgm:prSet presAssocID="{E83A6CF6-CA2F-0845-A593-A4030861BD02}" presName="sibTrans" presStyleLbl="sibTrans2D1" presStyleIdx="1" presStyleCnt="3"/>
      <dgm:spPr/>
    </dgm:pt>
    <dgm:pt modelId="{5BD9CED7-22F6-0442-A189-2E242317B36B}" type="pres">
      <dgm:prSet presAssocID="{E83A6CF6-CA2F-0845-A593-A4030861BD02}" presName="connectorText" presStyleLbl="sibTrans2D1" presStyleIdx="1" presStyleCnt="3"/>
      <dgm:spPr/>
    </dgm:pt>
    <dgm:pt modelId="{1838FCBB-FE81-7C4D-B07E-513087DD71C8}" type="pres">
      <dgm:prSet presAssocID="{F94E0850-9E68-024E-B0EB-A718EA5E7E3D}" presName="node" presStyleLbl="node1" presStyleIdx="2" presStyleCnt="4">
        <dgm:presLayoutVars>
          <dgm:bulletEnabled val="1"/>
        </dgm:presLayoutVars>
      </dgm:prSet>
      <dgm:spPr/>
    </dgm:pt>
    <dgm:pt modelId="{2588AB82-E9A4-7845-9D11-F940184B2EC1}" type="pres">
      <dgm:prSet presAssocID="{20DF4697-1BF9-ED48-AC9A-DC70A0EACA2A}" presName="sibTrans" presStyleLbl="sibTrans2D1" presStyleIdx="2" presStyleCnt="3"/>
      <dgm:spPr/>
    </dgm:pt>
    <dgm:pt modelId="{6EA945DC-0F4B-B64C-B6E1-AA7C491A46A6}" type="pres">
      <dgm:prSet presAssocID="{20DF4697-1BF9-ED48-AC9A-DC70A0EACA2A}" presName="connectorText" presStyleLbl="sibTrans2D1" presStyleIdx="2" presStyleCnt="3"/>
      <dgm:spPr/>
    </dgm:pt>
    <dgm:pt modelId="{6F076D3E-EA2A-A142-8E69-E74092CEA59D}" type="pres">
      <dgm:prSet presAssocID="{D37039A4-42C6-6E45-BCB7-0D31FD4FDDEA}" presName="node" presStyleLbl="node1" presStyleIdx="3" presStyleCnt="4">
        <dgm:presLayoutVars>
          <dgm:bulletEnabled val="1"/>
        </dgm:presLayoutVars>
      </dgm:prSet>
      <dgm:spPr/>
    </dgm:pt>
  </dgm:ptLst>
  <dgm:cxnLst>
    <dgm:cxn modelId="{E764C101-5585-5E44-AD61-24E73A6E9E23}" type="presOf" srcId="{D37039A4-42C6-6E45-BCB7-0D31FD4FDDEA}" destId="{6F076D3E-EA2A-A142-8E69-E74092CEA59D}" srcOrd="0" destOrd="0" presId="urn:microsoft.com/office/officeart/2005/8/layout/process1"/>
    <dgm:cxn modelId="{F955A012-BD83-C14E-9322-7D4E22C5DBD4}" type="presOf" srcId="{5AC91098-8958-D646-A8AF-78D2E6442DF3}" destId="{30FAB83A-1926-BA48-A1E3-F2EA49D4D5F5}" srcOrd="0" destOrd="0" presId="urn:microsoft.com/office/officeart/2005/8/layout/process1"/>
    <dgm:cxn modelId="{0862F024-B50E-4D43-BC16-85FEE74F15B4}" type="presOf" srcId="{F94E0850-9E68-024E-B0EB-A718EA5E7E3D}" destId="{1838FCBB-FE81-7C4D-B07E-513087DD71C8}" srcOrd="0" destOrd="0" presId="urn:microsoft.com/office/officeart/2005/8/layout/process1"/>
    <dgm:cxn modelId="{74D21325-44A2-DE4B-8A9D-2D06E200B1B3}" srcId="{A257E42D-345E-A547-A154-F490FAFC0066}" destId="{E6CC8ADD-6CBC-CF4A-A58D-2432DC55D0BA}" srcOrd="1" destOrd="0" parTransId="{80B775CB-9ABF-3A4C-8573-E2461BA20CC3}" sibTransId="{E83A6CF6-CA2F-0845-A593-A4030861BD02}"/>
    <dgm:cxn modelId="{2DA2FE2E-0B13-DD48-997B-B02DEE5A4573}" srcId="{A257E42D-345E-A547-A154-F490FAFC0066}" destId="{F94E0850-9E68-024E-B0EB-A718EA5E7E3D}" srcOrd="2" destOrd="0" parTransId="{3766F63B-448D-F541-BB3C-1328F41E20DC}" sibTransId="{20DF4697-1BF9-ED48-AC9A-DC70A0EACA2A}"/>
    <dgm:cxn modelId="{FB7B553E-2EE3-1047-81D3-A9C2F5BD777C}" type="presOf" srcId="{A257E42D-345E-A547-A154-F490FAFC0066}" destId="{B45C17C7-96C1-2742-BE32-12A41AA08F5D}" srcOrd="0" destOrd="0" presId="urn:microsoft.com/office/officeart/2005/8/layout/process1"/>
    <dgm:cxn modelId="{9701F74C-B389-A54B-AD09-B84BE65BA8D1}" type="presOf" srcId="{20DF4697-1BF9-ED48-AC9A-DC70A0EACA2A}" destId="{6EA945DC-0F4B-B64C-B6E1-AA7C491A46A6}" srcOrd="1" destOrd="0" presId="urn:microsoft.com/office/officeart/2005/8/layout/process1"/>
    <dgm:cxn modelId="{EAB4CC69-607A-B941-BCB0-4F00232786C2}" type="presOf" srcId="{E83A6CF6-CA2F-0845-A593-A4030861BD02}" destId="{5BD9CED7-22F6-0442-A189-2E242317B36B}" srcOrd="1" destOrd="0" presId="urn:microsoft.com/office/officeart/2005/8/layout/process1"/>
    <dgm:cxn modelId="{B7D64E6B-1008-0A44-88BE-BF6F8894C884}" type="presOf" srcId="{E6CC8ADD-6CBC-CF4A-A58D-2432DC55D0BA}" destId="{BEEBB102-2FA5-F84B-9CF6-3DC20F34612E}" srcOrd="0" destOrd="0" presId="urn:microsoft.com/office/officeart/2005/8/layout/process1"/>
    <dgm:cxn modelId="{B818BA6B-4509-6D44-8554-B25B94DA2435}" type="presOf" srcId="{E83A6CF6-CA2F-0845-A593-A4030861BD02}" destId="{1AEF9254-D495-4443-BD18-66EEF6CD0A92}" srcOrd="0" destOrd="0" presId="urn:microsoft.com/office/officeart/2005/8/layout/process1"/>
    <dgm:cxn modelId="{68AD2E80-AC4B-C545-85D0-0E5C9B561D43}" srcId="{A257E42D-345E-A547-A154-F490FAFC0066}" destId="{5AC91098-8958-D646-A8AF-78D2E6442DF3}" srcOrd="0" destOrd="0" parTransId="{38782713-0D81-ED41-BCB6-145C366FADE0}" sibTransId="{AA6F47AC-A7E5-9E42-A15A-AD5C31241C33}"/>
    <dgm:cxn modelId="{67C6ADB1-B530-A048-A4D5-DF72246CAC3A}" type="presOf" srcId="{AA6F47AC-A7E5-9E42-A15A-AD5C31241C33}" destId="{6531822F-46C3-AE49-A853-C0A6A0DD71AA}" srcOrd="1" destOrd="0" presId="urn:microsoft.com/office/officeart/2005/8/layout/process1"/>
    <dgm:cxn modelId="{9252BDD5-C025-AC40-AA49-70EA2993E518}" type="presOf" srcId="{20DF4697-1BF9-ED48-AC9A-DC70A0EACA2A}" destId="{2588AB82-E9A4-7845-9D11-F940184B2EC1}" srcOrd="0" destOrd="0" presId="urn:microsoft.com/office/officeart/2005/8/layout/process1"/>
    <dgm:cxn modelId="{5A3A58E2-B85C-F441-A6C9-CC1CF990279B}" srcId="{A257E42D-345E-A547-A154-F490FAFC0066}" destId="{D37039A4-42C6-6E45-BCB7-0D31FD4FDDEA}" srcOrd="3" destOrd="0" parTransId="{E6554C25-5ECD-4944-830E-CAF1A6359D83}" sibTransId="{D3F73A14-4259-2C44-A516-136173419677}"/>
    <dgm:cxn modelId="{9B2EEEE8-AAB5-5944-B954-7298A096E8AA}" type="presOf" srcId="{AA6F47AC-A7E5-9E42-A15A-AD5C31241C33}" destId="{9517DFE8-BD75-D141-919A-F69D4EBC19F5}" srcOrd="0" destOrd="0" presId="urn:microsoft.com/office/officeart/2005/8/layout/process1"/>
    <dgm:cxn modelId="{E601D9CF-71FB-4C42-9044-8AB17979FCB8}" type="presParOf" srcId="{B45C17C7-96C1-2742-BE32-12A41AA08F5D}" destId="{30FAB83A-1926-BA48-A1E3-F2EA49D4D5F5}" srcOrd="0" destOrd="0" presId="urn:microsoft.com/office/officeart/2005/8/layout/process1"/>
    <dgm:cxn modelId="{DD7F72A3-D890-AA4A-8527-CDB053B3BFE4}" type="presParOf" srcId="{B45C17C7-96C1-2742-BE32-12A41AA08F5D}" destId="{9517DFE8-BD75-D141-919A-F69D4EBC19F5}" srcOrd="1" destOrd="0" presId="urn:microsoft.com/office/officeart/2005/8/layout/process1"/>
    <dgm:cxn modelId="{60F4F60F-51E2-BA42-B781-3BC9A6DAFBAE}" type="presParOf" srcId="{9517DFE8-BD75-D141-919A-F69D4EBC19F5}" destId="{6531822F-46C3-AE49-A853-C0A6A0DD71AA}" srcOrd="0" destOrd="0" presId="urn:microsoft.com/office/officeart/2005/8/layout/process1"/>
    <dgm:cxn modelId="{AE05D2A6-7546-5D44-ACE8-6F3777D5603A}" type="presParOf" srcId="{B45C17C7-96C1-2742-BE32-12A41AA08F5D}" destId="{BEEBB102-2FA5-F84B-9CF6-3DC20F34612E}" srcOrd="2" destOrd="0" presId="urn:microsoft.com/office/officeart/2005/8/layout/process1"/>
    <dgm:cxn modelId="{D83B13F8-1B8E-E44C-9C0B-25F1BB5901F7}" type="presParOf" srcId="{B45C17C7-96C1-2742-BE32-12A41AA08F5D}" destId="{1AEF9254-D495-4443-BD18-66EEF6CD0A92}" srcOrd="3" destOrd="0" presId="urn:microsoft.com/office/officeart/2005/8/layout/process1"/>
    <dgm:cxn modelId="{A456F0FC-EF65-4945-8311-96919C3EBDEF}" type="presParOf" srcId="{1AEF9254-D495-4443-BD18-66EEF6CD0A92}" destId="{5BD9CED7-22F6-0442-A189-2E242317B36B}" srcOrd="0" destOrd="0" presId="urn:microsoft.com/office/officeart/2005/8/layout/process1"/>
    <dgm:cxn modelId="{D3A5173D-F81A-FE45-802E-65FF4C8B9AF1}" type="presParOf" srcId="{B45C17C7-96C1-2742-BE32-12A41AA08F5D}" destId="{1838FCBB-FE81-7C4D-B07E-513087DD71C8}" srcOrd="4" destOrd="0" presId="urn:microsoft.com/office/officeart/2005/8/layout/process1"/>
    <dgm:cxn modelId="{6C07F66A-AC86-6E41-B4D1-A188860560BD}" type="presParOf" srcId="{B45C17C7-96C1-2742-BE32-12A41AA08F5D}" destId="{2588AB82-E9A4-7845-9D11-F940184B2EC1}" srcOrd="5" destOrd="0" presId="urn:microsoft.com/office/officeart/2005/8/layout/process1"/>
    <dgm:cxn modelId="{29E7530D-98E8-4A46-B9A4-B1E0002B34AD}" type="presParOf" srcId="{2588AB82-E9A4-7845-9D11-F940184B2EC1}" destId="{6EA945DC-0F4B-B64C-B6E1-AA7C491A46A6}" srcOrd="0" destOrd="0" presId="urn:microsoft.com/office/officeart/2005/8/layout/process1"/>
    <dgm:cxn modelId="{A6CB9C03-9117-3345-B9B1-61BFCF88A560}" type="presParOf" srcId="{B45C17C7-96C1-2742-BE32-12A41AA08F5D}" destId="{6F076D3E-EA2A-A142-8E69-E74092CEA59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AB83A-1926-BA48-A1E3-F2EA49D4D5F5}">
      <dsp:nvSpPr>
        <dsp:cNvPr id="0" name=""/>
        <dsp:cNvSpPr/>
      </dsp:nvSpPr>
      <dsp:spPr>
        <a:xfrm>
          <a:off x="4621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b="1" kern="12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rPr>
            <a:t>Reflexión individual</a:t>
          </a:r>
        </a:p>
      </dsp:txBody>
      <dsp:txXfrm>
        <a:off x="40127" y="1605038"/>
        <a:ext cx="1949441" cy="1141260"/>
      </dsp:txXfrm>
    </dsp:sp>
    <dsp:sp modelId="{9517DFE8-BD75-D141-919A-F69D4EBC19F5}">
      <dsp:nvSpPr>
        <dsp:cNvPr id="0" name=""/>
        <dsp:cNvSpPr/>
      </dsp:nvSpPr>
      <dsp:spPr>
        <a:xfrm>
          <a:off x="222711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900" kern="1200"/>
        </a:p>
      </dsp:txBody>
      <dsp:txXfrm>
        <a:off x="2227119" y="2025346"/>
        <a:ext cx="299835" cy="300644"/>
      </dsp:txXfrm>
    </dsp:sp>
    <dsp:sp modelId="{BEEBB102-2FA5-F84B-9CF6-3DC20F34612E}">
      <dsp:nvSpPr>
        <dsp:cNvPr id="0" name=""/>
        <dsp:cNvSpPr/>
      </dsp:nvSpPr>
      <dsp:spPr>
        <a:xfrm>
          <a:off x="283325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b="1" kern="12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rPr>
            <a:t>Mapeo por categorías</a:t>
          </a:r>
        </a:p>
      </dsp:txBody>
      <dsp:txXfrm>
        <a:off x="2868761" y="1605038"/>
        <a:ext cx="1949441" cy="1141260"/>
      </dsp:txXfrm>
    </dsp:sp>
    <dsp:sp modelId="{1AEF9254-D495-4443-BD18-66EEF6CD0A92}">
      <dsp:nvSpPr>
        <dsp:cNvPr id="0" name=""/>
        <dsp:cNvSpPr/>
      </dsp:nvSpPr>
      <dsp:spPr>
        <a:xfrm>
          <a:off x="5055754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900" kern="1200"/>
        </a:p>
      </dsp:txBody>
      <dsp:txXfrm>
        <a:off x="5055754" y="2025346"/>
        <a:ext cx="299835" cy="300644"/>
      </dsp:txXfrm>
    </dsp:sp>
    <dsp:sp modelId="{1838FCBB-FE81-7C4D-B07E-513087DD71C8}">
      <dsp:nvSpPr>
        <dsp:cNvPr id="0" name=""/>
        <dsp:cNvSpPr/>
      </dsp:nvSpPr>
      <dsp:spPr>
        <a:xfrm>
          <a:off x="5661890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b="1" kern="12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rPr>
            <a:t>Priorización</a:t>
          </a:r>
        </a:p>
      </dsp:txBody>
      <dsp:txXfrm>
        <a:off x="5697396" y="1605038"/>
        <a:ext cx="1949441" cy="1141260"/>
      </dsp:txXfrm>
    </dsp:sp>
    <dsp:sp modelId="{2588AB82-E9A4-7845-9D11-F940184B2EC1}">
      <dsp:nvSpPr>
        <dsp:cNvPr id="0" name=""/>
        <dsp:cNvSpPr/>
      </dsp:nvSpPr>
      <dsp:spPr>
        <a:xfrm>
          <a:off x="788438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900" kern="1200"/>
        </a:p>
      </dsp:txBody>
      <dsp:txXfrm>
        <a:off x="7884389" y="2025346"/>
        <a:ext cx="299835" cy="300644"/>
      </dsp:txXfrm>
    </dsp:sp>
    <dsp:sp modelId="{6F076D3E-EA2A-A142-8E69-E74092CEA59D}">
      <dsp:nvSpPr>
        <dsp:cNvPr id="0" name=""/>
        <dsp:cNvSpPr/>
      </dsp:nvSpPr>
      <dsp:spPr>
        <a:xfrm>
          <a:off x="849052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b="1" kern="12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rPr>
            <a:t>Abordaje en Hoja de Ruta</a:t>
          </a:r>
        </a:p>
      </dsp:txBody>
      <dsp:txXfrm>
        <a:off x="8526031" y="1605038"/>
        <a:ext cx="1949441" cy="1141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B52E1-BC06-B742-B0F5-0480EEE54F3A}" type="datetimeFigureOut">
              <a:rPr lang="es-ES_tradnl" smtClean="0"/>
              <a:t>23/12/25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938D3-ACDE-A440-AAA5-2BDB9C12FF8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830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b="1" dirty="0"/>
              <a:t>Antes de empezar:</a:t>
            </a:r>
          </a:p>
          <a:p>
            <a:endParaRPr lang="es-CL" b="1" dirty="0"/>
          </a:p>
          <a:p>
            <a:pPr marL="171450" indent="-171450">
              <a:buFontTx/>
              <a:buChar char="-"/>
            </a:pPr>
            <a:r>
              <a:rPr lang="es-CL" b="0" dirty="0" err="1"/>
              <a:t>Subsalas</a:t>
            </a:r>
            <a:r>
              <a:rPr lang="es-CL" b="0" dirty="0"/>
              <a:t> con nombres de participantes remotos: Allison, Gregorio, </a:t>
            </a:r>
            <a:r>
              <a:rPr lang="es-CL" b="0" dirty="0" err="1"/>
              <a:t>Feña</a:t>
            </a:r>
            <a:r>
              <a:rPr lang="es-CL" b="0" dirty="0"/>
              <a:t> y Santiago.</a:t>
            </a:r>
          </a:p>
          <a:p>
            <a:pPr marL="171450" indent="-171450">
              <a:buFontTx/>
              <a:buChar char="-"/>
            </a:pPr>
            <a:r>
              <a:rPr lang="es-CL" b="0" dirty="0"/>
              <a:t>Dos lazarillos designados que presten su celular.</a:t>
            </a:r>
          </a:p>
          <a:p>
            <a:pPr marL="171450" indent="-171450">
              <a:buFontTx/>
              <a:buChar char="-"/>
            </a:pPr>
            <a:r>
              <a:rPr lang="es-CL" b="0" dirty="0"/>
              <a:t>Todos los celulares deben estar conectados a </a:t>
            </a:r>
            <a:r>
              <a:rPr lang="es-CL" b="0" dirty="0" err="1"/>
              <a:t>subsalas</a:t>
            </a:r>
            <a:r>
              <a:rPr lang="es-CL" b="0" dirty="0"/>
              <a:t>.</a:t>
            </a:r>
          </a:p>
          <a:p>
            <a:pPr marL="171450" indent="-171450">
              <a:buFontTx/>
              <a:buChar char="-"/>
            </a:pPr>
            <a:endParaRPr lang="es-CL" b="0" dirty="0"/>
          </a:p>
          <a:p>
            <a:endParaRPr lang="es-CL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938D3-ACDE-A440-AAA5-2BDB9C12FF8F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52372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CDCE0-74F2-9FC3-D0F1-C448F9EEB4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8" y="4025697"/>
            <a:ext cx="10515599" cy="971639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s-MX"/>
              <a:t>Título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3FFB1F-C600-8277-CEC1-8F0ADADB60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8" y="5237955"/>
            <a:ext cx="10515600" cy="512762"/>
          </a:xfrm>
        </p:spPr>
        <p:txBody>
          <a:bodyPr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Subtítulo</a:t>
            </a:r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1F07247-8C29-BC0D-DCE7-6B475F5C42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177" y="5865038"/>
            <a:ext cx="1443621" cy="673874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8C31A21-B957-7A49-895F-65146E675B7F}"/>
              </a:ext>
            </a:extLst>
          </p:cNvPr>
          <p:cNvSpPr/>
          <p:nvPr userDrawn="1"/>
        </p:nvSpPr>
        <p:spPr>
          <a:xfrm>
            <a:off x="3261447" y="509641"/>
            <a:ext cx="5672666" cy="31286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95300" dist="228600" dir="5400000" sx="92000" sy="92000" algn="ctr" rotWithShape="0">
              <a:schemeClr val="tx1">
                <a:lumMod val="75000"/>
                <a:lumOff val="2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74E760-83BB-A3CE-7759-8AFDF0E26053}"/>
              </a:ext>
            </a:extLst>
          </p:cNvPr>
          <p:cNvSpPr/>
          <p:nvPr userDrawn="1"/>
        </p:nvSpPr>
        <p:spPr>
          <a:xfrm>
            <a:off x="21234" y="509641"/>
            <a:ext cx="2988733" cy="31286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95300" dist="228600" dir="5400000" sx="92000" sy="92000" algn="ctr" rotWithShape="0">
              <a:schemeClr val="tx1">
                <a:lumMod val="75000"/>
                <a:lumOff val="2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61A5F6F-5C3E-F0AE-5EE2-A1E0ABA49D93}"/>
              </a:ext>
            </a:extLst>
          </p:cNvPr>
          <p:cNvSpPr/>
          <p:nvPr userDrawn="1"/>
        </p:nvSpPr>
        <p:spPr>
          <a:xfrm>
            <a:off x="9205047" y="509641"/>
            <a:ext cx="2988733" cy="31286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95300" dist="228600" dir="5400000" sx="92000" sy="92000" algn="ctr" rotWithShape="0">
              <a:schemeClr val="tx1">
                <a:lumMod val="75000"/>
                <a:lumOff val="2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4114E0B-E5AE-A99E-97AD-4087A55C9C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64" t="16676" r="1609" b="4082"/>
          <a:stretch/>
        </p:blipFill>
        <p:spPr>
          <a:xfrm>
            <a:off x="3377943" y="648835"/>
            <a:ext cx="5379646" cy="287316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2560701-9A7A-6321-4B59-169E044A5F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35163"/>
          <a:stretch/>
        </p:blipFill>
        <p:spPr>
          <a:xfrm>
            <a:off x="9346303" y="648835"/>
            <a:ext cx="2845697" cy="2873167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B03408D-0E5E-2274-9EF8-F4F5AE4617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9787" t="14151" r="19669" b="12749"/>
          <a:stretch/>
        </p:blipFill>
        <p:spPr>
          <a:xfrm>
            <a:off x="-1780" y="646622"/>
            <a:ext cx="2835223" cy="2875380"/>
          </a:xfrm>
          <a:prstGeom prst="rect">
            <a:avLst/>
          </a:prstGeom>
        </p:spPr>
      </p:pic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F731B16B-19D4-55DB-CC3B-BFBA197F83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38200" y="5865813"/>
            <a:ext cx="2171700" cy="673100"/>
          </a:xfrm>
        </p:spPr>
        <p:txBody>
          <a:bodyPr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CL"/>
              <a:t>Insertar logo del cliente</a:t>
            </a:r>
          </a:p>
        </p:txBody>
      </p:sp>
    </p:spTree>
    <p:extLst>
      <p:ext uri="{BB962C8B-B14F-4D97-AF65-F5344CB8AC3E}">
        <p14:creationId xmlns:p14="http://schemas.microsoft.com/office/powerpoint/2010/main" val="400772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 (azul)">
    <p:bg>
      <p:bgPr>
        <a:solidFill>
          <a:srgbClr val="488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CDCE0-74F2-9FC3-D0F1-C448F9EEB4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8" y="4025697"/>
            <a:ext cx="10515599" cy="971639"/>
          </a:xfrm>
        </p:spPr>
        <p:txBody>
          <a:bodyPr anchor="b"/>
          <a:lstStyle>
            <a:lvl1pPr algn="l">
              <a:defRPr sz="6000">
                <a:solidFill>
                  <a:srgbClr val="FFFFFF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es-MX"/>
              <a:t>Sección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3FFB1F-C600-8277-CEC1-8F0ADADB60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8" y="5237955"/>
            <a:ext cx="10515600" cy="512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Descripción</a:t>
            </a:r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3D4077-CA6C-92B7-0343-08CEF1D390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606513"/>
            <a:ext cx="1450706" cy="67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0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(azul)">
    <p:bg>
      <p:bgPr>
        <a:solidFill>
          <a:srgbClr val="488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9C88D-06EC-08C8-D04D-30FEF3C6C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9220200" cy="1325563"/>
          </a:xfrm>
        </p:spPr>
        <p:txBody>
          <a:bodyPr/>
          <a:lstStyle>
            <a:lvl1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913F49-B7C7-FA9D-9864-5F8F1B83D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  <a:lvl2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2pPr>
            <a:lvl3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3pPr>
            <a:lvl4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4pPr>
            <a:lvl5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E2EBB8-8CAC-988C-D624-91960D79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fld id="{D8E4841B-2287-4741-8289-C7C3A672CFD1}" type="datetimeFigureOut">
              <a:rPr lang="es-CL" smtClean="0"/>
              <a:pPr/>
              <a:t>23-12-25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3A9A7-0CCC-DEA5-4BDF-FF28C3D5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fld id="{4B968D42-089C-3A4A-947F-D24D407162CC}" type="slidenum">
              <a:rPr lang="es-CL" smtClean="0"/>
              <a:pPr/>
              <a:t>‹Nº›</a:t>
            </a:fld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401948B-3BD2-9574-CB07-B06749AD87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029" y="365125"/>
            <a:ext cx="1450706" cy="67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86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 (fucsia)">
    <p:bg>
      <p:bgPr>
        <a:solidFill>
          <a:srgbClr val="AD2D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CDCE0-74F2-9FC3-D0F1-C448F9EEB4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8" y="4025697"/>
            <a:ext cx="10515599" cy="971639"/>
          </a:xfrm>
        </p:spPr>
        <p:txBody>
          <a:bodyPr anchor="b"/>
          <a:lstStyle>
            <a:lvl1pPr algn="l">
              <a:defRPr sz="6000">
                <a:solidFill>
                  <a:srgbClr val="FFFFFF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es-MX"/>
              <a:t>Sección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3FFB1F-C600-8277-CEC1-8F0ADADB60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8" y="5237955"/>
            <a:ext cx="10515600" cy="512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Descripción</a:t>
            </a:r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3D4077-CA6C-92B7-0343-08CEF1D390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606513"/>
            <a:ext cx="1450706" cy="67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7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(fucsia)">
    <p:bg>
      <p:bgPr>
        <a:solidFill>
          <a:srgbClr val="AD2D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9C88D-06EC-08C8-D04D-30FEF3C6C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9220200" cy="1325563"/>
          </a:xfrm>
        </p:spPr>
        <p:txBody>
          <a:bodyPr/>
          <a:lstStyle>
            <a:lvl1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913F49-B7C7-FA9D-9864-5F8F1B83D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  <a:lvl2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2pPr>
            <a:lvl3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3pPr>
            <a:lvl4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4pPr>
            <a:lvl5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E2EBB8-8CAC-988C-D624-91960D79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fld id="{D8E4841B-2287-4741-8289-C7C3A672CFD1}" type="datetimeFigureOut">
              <a:rPr lang="es-CL" smtClean="0"/>
              <a:pPr/>
              <a:t>23-12-25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3A9A7-0CCC-DEA5-4BDF-FF28C3D5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fld id="{4B968D42-089C-3A4A-947F-D24D407162CC}" type="slidenum">
              <a:rPr lang="es-CL" smtClean="0"/>
              <a:pPr/>
              <a:t>‹Nº›</a:t>
            </a:fld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401948B-3BD2-9574-CB07-B06749AD87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029" y="365125"/>
            <a:ext cx="1450706" cy="67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916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 (pistacho)">
    <p:bg>
      <p:bgPr>
        <a:solidFill>
          <a:srgbClr val="86A8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CDCE0-74F2-9FC3-D0F1-C448F9EEB4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8" y="4025697"/>
            <a:ext cx="10515599" cy="971639"/>
          </a:xfrm>
        </p:spPr>
        <p:txBody>
          <a:bodyPr anchor="b"/>
          <a:lstStyle>
            <a:lvl1pPr algn="l">
              <a:defRPr sz="6000">
                <a:solidFill>
                  <a:srgbClr val="FFFFFF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es-MX"/>
              <a:t>Sección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3FFB1F-C600-8277-CEC1-8F0ADADB60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8" y="5237955"/>
            <a:ext cx="10515600" cy="512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Descripción</a:t>
            </a:r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3D4077-CA6C-92B7-0343-08CEF1D390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606513"/>
            <a:ext cx="1450706" cy="67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993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Un elemento (pistacho)">
    <p:bg>
      <p:bgPr>
        <a:solidFill>
          <a:srgbClr val="86A8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9C88D-06EC-08C8-D04D-30FEF3C6C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9220200" cy="1325563"/>
          </a:xfrm>
        </p:spPr>
        <p:txBody>
          <a:bodyPr/>
          <a:lstStyle>
            <a:lvl1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913F49-B7C7-FA9D-9864-5F8F1B83D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  <a:lvl2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2pPr>
            <a:lvl3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3pPr>
            <a:lvl4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4pPr>
            <a:lvl5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E2EBB8-8CAC-988C-D624-91960D79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fld id="{D8E4841B-2287-4741-8289-C7C3A672CFD1}" type="datetimeFigureOut">
              <a:rPr lang="es-CL" smtClean="0"/>
              <a:pPr/>
              <a:t>23-12-25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3A9A7-0CCC-DEA5-4BDF-FF28C3D5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9F9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fld id="{4B968D42-089C-3A4A-947F-D24D407162CC}" type="slidenum">
              <a:rPr lang="es-CL" smtClean="0"/>
              <a:pPr/>
              <a:t>‹Nº›</a:t>
            </a:fld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401948B-3BD2-9574-CB07-B06749AD87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029" y="365125"/>
            <a:ext cx="1450706" cy="67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17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 blanco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CDCE0-74F2-9FC3-D0F1-C448F9EEB4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8" y="4025697"/>
            <a:ext cx="10515599" cy="971639"/>
          </a:xfrm>
        </p:spPr>
        <p:txBody>
          <a:bodyPr anchor="b"/>
          <a:lstStyle>
            <a:lvl1pPr algn="l">
              <a:defRPr sz="6000">
                <a:solidFill>
                  <a:srgbClr val="535B5E"/>
                </a:solidFill>
              </a:defRPr>
            </a:lvl1pPr>
          </a:lstStyle>
          <a:p>
            <a:r>
              <a:rPr lang="es-MX"/>
              <a:t>Sección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3FFB1F-C600-8277-CEC1-8F0ADADB60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8" y="5237955"/>
            <a:ext cx="10515600" cy="512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535B5E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Contenido</a:t>
            </a:r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79C6EC1-D06B-C90A-7C69-8FE89ADBFC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83" y="604615"/>
            <a:ext cx="1443621" cy="67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16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Un elemento (blanco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9C88D-06EC-08C8-D04D-30FEF3C6CC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365125"/>
            <a:ext cx="9220200" cy="1325563"/>
          </a:xfrm>
        </p:spPr>
        <p:txBody>
          <a:bodyPr/>
          <a:lstStyle/>
          <a:p>
            <a:r>
              <a:rPr lang="es-MX"/>
              <a:t>Título diapositiva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913F49-B7C7-FA9D-9864-5F8F1B83D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E2EBB8-8CAC-988C-D624-91960D79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4841B-2287-4741-8289-C7C3A672CFD1}" type="datetimeFigureOut">
              <a:rPr lang="es-CL" smtClean="0"/>
              <a:t>23-12-25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3A9A7-0CCC-DEA5-4BDF-FF28C3D5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8D42-089C-3A4A-947F-D24D407162CC}" type="slidenum">
              <a:rPr lang="es-CL" smtClean="0"/>
              <a:t>‹Nº›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9DA38D1-A019-7DF1-F065-50912EDFB8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369" y="365125"/>
            <a:ext cx="1443621" cy="67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6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elementos (blanco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BCD194-2910-E6C3-E86F-8690570E9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19919A0-D7B7-1842-9326-729866E83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3EBB59-888F-EC7A-D7E4-ECE085AAB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4841B-2287-4741-8289-C7C3A672CFD1}" type="datetimeFigureOut">
              <a:rPr lang="es-CL" smtClean="0"/>
              <a:t>23-12-25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1ABB17-4D46-7F3B-A77D-43CAC7B5F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C1008D-ADDA-598B-9CC4-AB46F7B60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8D42-089C-3A4A-947F-D24D407162CC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38EF73F-4AB4-D784-748C-2A8B87AE4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365125"/>
            <a:ext cx="9220200" cy="1325563"/>
          </a:xfrm>
        </p:spPr>
        <p:txBody>
          <a:bodyPr/>
          <a:lstStyle/>
          <a:p>
            <a:r>
              <a:rPr lang="es-MX"/>
              <a:t>Título diapositiva</a:t>
            </a:r>
            <a:endParaRPr lang="es-CL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2396FDC-14ED-282C-3702-44AFB28A7F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369" y="365125"/>
            <a:ext cx="1443621" cy="67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822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título (blanco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9C88D-06EC-08C8-D04D-30FEF3C6C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92202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E2EBB8-8CAC-988C-D624-91960D79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4841B-2287-4741-8289-C7C3A672CFD1}" type="datetimeFigureOut">
              <a:rPr lang="es-CL" smtClean="0"/>
              <a:t>23-12-25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3A9A7-0CCC-DEA5-4BDF-FF28C3D5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8D42-089C-3A4A-947F-D24D407162CC}" type="slidenum">
              <a:rPr lang="es-CL" smtClean="0"/>
              <a:t>‹Nº›</a:t>
            </a:fld>
            <a:endParaRPr lang="es-CL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169896-F88C-2197-379E-C62C19AD4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369" y="365125"/>
            <a:ext cx="1443621" cy="67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877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ía (blanco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E2EBB8-8CAC-988C-D624-91960D79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4841B-2287-4741-8289-C7C3A672CFD1}" type="datetimeFigureOut">
              <a:rPr lang="es-CL" smtClean="0"/>
              <a:t>23-12-25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3A9A7-0CCC-DEA5-4BDF-FF28C3D5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8D42-089C-3A4A-947F-D24D407162CC}" type="slidenum">
              <a:rPr lang="es-CL" smtClean="0"/>
              <a:t>‹Nº›</a:t>
            </a:fld>
            <a:endParaRPr lang="es-CL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8062879-6538-374F-724E-8232421549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369" y="365125"/>
            <a:ext cx="1443621" cy="67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68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A900244-8261-3BA6-80FE-3847D8A29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7DAFB5-8413-1F5E-6A1F-F21B0D51B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CAB41C-9963-7101-8C6E-29132EB4D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4841B-2287-4741-8289-C7C3A672CFD1}" type="datetimeFigureOut">
              <a:rPr lang="es-CL" smtClean="0"/>
              <a:t>23-12-25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EC9ECC-F23E-70DC-98B7-199CECF5E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094A83-7CB7-4601-2032-AAB6C5792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968D42-089C-3A4A-947F-D24D407162C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455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8" r:id="rId3"/>
    <p:sldLayoutId id="2147483680" r:id="rId4"/>
    <p:sldLayoutId id="2147483687" r:id="rId5"/>
    <p:sldLayoutId id="2147483681" r:id="rId6"/>
    <p:sldLayoutId id="2147483689" r:id="rId7"/>
    <p:sldLayoutId id="2147483686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70FD4-FF13-06D0-B39F-DA34026DD8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Evaluación del Proceso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3D10DB-F6F7-17C0-76D8-CFC371699E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Elaboración de Documento a Candidatos</a:t>
            </a:r>
          </a:p>
        </p:txBody>
      </p:sp>
    </p:spTree>
    <p:extLst>
      <p:ext uri="{BB962C8B-B14F-4D97-AF65-F5344CB8AC3E}">
        <p14:creationId xmlns:p14="http://schemas.microsoft.com/office/powerpoint/2010/main" val="3633929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79535-6ED0-4760-BD02-679447C9C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4A280D-3A3D-9C02-0570-33F698B23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742950" indent="-742950">
              <a:buFont typeface="+mj-lt"/>
              <a:buAutoNum type="arabicPeriod"/>
            </a:pPr>
            <a:r>
              <a:rPr lang="es-ES_tradnl" sz="3600" dirty="0"/>
              <a:t>Caracterizar uso de Inteligencia Artificial en procesos de gestión y pedagógicos.</a:t>
            </a:r>
          </a:p>
          <a:p>
            <a:pPr marL="742950" indent="-742950">
              <a:buFont typeface="+mj-lt"/>
              <a:buAutoNum type="arabicPeriod"/>
            </a:pPr>
            <a:endParaRPr lang="es-ES_tradnl" sz="3600" dirty="0"/>
          </a:p>
        </p:txBody>
      </p:sp>
    </p:spTree>
    <p:extLst>
      <p:ext uri="{BB962C8B-B14F-4D97-AF65-F5344CB8AC3E}">
        <p14:creationId xmlns:p14="http://schemas.microsoft.com/office/powerpoint/2010/main" val="1528903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8760A-C544-02A5-1058-0BBF27304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AE652-3610-64CC-39E1-0DFFBDC61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Metodología*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5FACB53-6762-793B-0D5E-D31B6B3641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89092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709A22B1-12D6-9DE9-DF5C-06F99B6617D3}"/>
              </a:ext>
            </a:extLst>
          </p:cNvPr>
          <p:cNvSpPr txBox="1"/>
          <p:nvPr/>
        </p:nvSpPr>
        <p:spPr>
          <a:xfrm>
            <a:off x="838200" y="6311900"/>
            <a:ext cx="45608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*Asume que todos leyeron Informe Final y Hoja de Ruta</a:t>
            </a:r>
          </a:p>
        </p:txBody>
      </p:sp>
    </p:spTree>
    <p:extLst>
      <p:ext uri="{BB962C8B-B14F-4D97-AF65-F5344CB8AC3E}">
        <p14:creationId xmlns:p14="http://schemas.microsoft.com/office/powerpoint/2010/main" val="2524431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0B1E2CEE-65C5-EC66-0647-4E06E8E6C5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s-ES_tradnl" sz="2400" b="1" dirty="0"/>
              <a:t>Para cada categoría, preguntarse:</a:t>
            </a:r>
          </a:p>
          <a:p>
            <a:pPr marL="0" indent="0">
              <a:buNone/>
            </a:pPr>
            <a:r>
              <a:rPr lang="es-ES_tradnl" sz="24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2400" dirty="0"/>
              <a:t>¿Qué (no) funcionó?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2400" dirty="0"/>
              <a:t>¿Por qué? 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2400" dirty="0"/>
              <a:t>¿Qué aprendimos al respecto?</a:t>
            </a:r>
          </a:p>
        </p:txBody>
      </p:sp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5E77E479-44EF-D369-8251-76CF6B8BBB5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40742885"/>
              </p:ext>
            </p:extLst>
          </p:nvPr>
        </p:nvGraphicFramePr>
        <p:xfrm>
          <a:off x="6172200" y="1825624"/>
          <a:ext cx="5181600" cy="4351338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679028">
                  <a:extLst>
                    <a:ext uri="{9D8B030D-6E8A-4147-A177-3AD203B41FA5}">
                      <a16:colId xmlns:a16="http://schemas.microsoft.com/office/drawing/2014/main" val="566512614"/>
                    </a:ext>
                  </a:extLst>
                </a:gridCol>
                <a:gridCol w="3502572">
                  <a:extLst>
                    <a:ext uri="{9D8B030D-6E8A-4147-A177-3AD203B41FA5}">
                      <a16:colId xmlns:a16="http://schemas.microsoft.com/office/drawing/2014/main" val="113012046"/>
                    </a:ext>
                  </a:extLst>
                </a:gridCol>
              </a:tblGrid>
              <a:tr h="1450446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Metodología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400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Todo lo que tiene que ver con el diseño del plan para elaborar el documento a los candidatos (</a:t>
                      </a:r>
                      <a:r>
                        <a:rPr lang="es-ES_tradnl" sz="1400" dirty="0" err="1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ej</a:t>
                      </a:r>
                      <a:r>
                        <a:rPr lang="es-ES_tradnl" sz="1400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: lógica de elaboración de Policy Briefs, Programa de 10 sesiones, Ejes transversales, Uso de IA para elaboración de productos,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348902"/>
                  </a:ext>
                </a:extLst>
              </a:tr>
              <a:tr h="1450446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Gestión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400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Todo lo que tiene que ver con la forma en que dicho plan se implementó o llevó a la práctica.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150328"/>
                  </a:ext>
                </a:extLst>
              </a:tr>
              <a:tr h="1450446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Relación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400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Todo lo que tiene que ver con la relación que establecieron ambos equipos (FEF y Agencia Metodológica): comunicación, coordinación, alineación,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904727"/>
                  </a:ext>
                </a:extLst>
              </a:tr>
            </a:tbl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BC911CCA-D753-9211-0C71-AF2114C77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Categorías de análisis</a:t>
            </a:r>
          </a:p>
        </p:txBody>
      </p:sp>
    </p:spTree>
    <p:extLst>
      <p:ext uri="{BB962C8B-B14F-4D97-AF65-F5344CB8AC3E}">
        <p14:creationId xmlns:p14="http://schemas.microsoft.com/office/powerpoint/2010/main" val="87115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10DA8-8087-8374-4B9C-1D0003E65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Reflexión Individual (10’)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118251-8406-6E0A-6B3B-EBD3A882E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 dirty="0"/>
          </a:p>
          <a:p>
            <a:pPr marL="0" indent="0">
              <a:buNone/>
            </a:pPr>
            <a:endParaRPr lang="es-ES_tradnl" dirty="0"/>
          </a:p>
          <a:p>
            <a:r>
              <a:rPr lang="es-ES_tradnl" dirty="0"/>
              <a:t>Cada participante recibe post-</a:t>
            </a:r>
            <a:r>
              <a:rPr lang="es-ES_tradnl" dirty="0" err="1"/>
              <a:t>its</a:t>
            </a:r>
            <a:r>
              <a:rPr lang="es-ES_tradnl" dirty="0"/>
              <a:t> de 3 colores (uno por categoría)</a:t>
            </a:r>
          </a:p>
          <a:p>
            <a:r>
              <a:rPr lang="es-ES_tradnl" dirty="0"/>
              <a:t>Por cada categoría, identificar 1-2 aprendizajes clave</a:t>
            </a:r>
          </a:p>
          <a:p>
            <a:r>
              <a:rPr lang="es-ES_tradnl" dirty="0"/>
              <a:t>Escribir en formato: "Aprendimos que... [hallazgo]"</a:t>
            </a:r>
          </a:p>
          <a:p>
            <a:r>
              <a:rPr lang="es-ES_tradnl" dirty="0"/>
              <a:t>Trabajo en silencio, individual</a:t>
            </a:r>
          </a:p>
        </p:txBody>
      </p:sp>
    </p:spTree>
    <p:extLst>
      <p:ext uri="{BB962C8B-B14F-4D97-AF65-F5344CB8AC3E}">
        <p14:creationId xmlns:p14="http://schemas.microsoft.com/office/powerpoint/2010/main" val="3552783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D5F8-019C-3BC1-1366-07D78C89D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4177E-56FE-2D63-8E48-FD63C3D3E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Mapeo colectivo por categorías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1D935167-3509-BBB1-58E9-935ECBABCA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1062127"/>
              </p:ext>
            </p:extLst>
          </p:nvPr>
        </p:nvGraphicFramePr>
        <p:xfrm>
          <a:off x="838200" y="2844180"/>
          <a:ext cx="10515600" cy="2977814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225040">
                  <a:extLst>
                    <a:ext uri="{9D8B030D-6E8A-4147-A177-3AD203B41FA5}">
                      <a16:colId xmlns:a16="http://schemas.microsoft.com/office/drawing/2014/main" val="3096828053"/>
                    </a:ext>
                  </a:extLst>
                </a:gridCol>
                <a:gridCol w="8290560">
                  <a:extLst>
                    <a:ext uri="{9D8B030D-6E8A-4147-A177-3AD203B41FA5}">
                      <a16:colId xmlns:a16="http://schemas.microsoft.com/office/drawing/2014/main" val="1743573787"/>
                    </a:ext>
                  </a:extLst>
                </a:gridCol>
              </a:tblGrid>
              <a:tr h="1488907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1. Presentación aprendizajes (5’)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Cada persona pega sus post-</a:t>
                      </a:r>
                      <a:r>
                        <a:rPr lang="es-ES_tradnl" dirty="0" err="1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its</a:t>
                      </a:r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 en muro/pizarra bajo la categoría correspondiente. Al pegar, leer en voz alta el aprendizaje. Sin explicaciones extensas, solo lectura.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542659"/>
                  </a:ext>
                </a:extLst>
              </a:tr>
              <a:tr h="1488907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2. </a:t>
                      </a:r>
                      <a:r>
                        <a:rPr lang="es-ES_tradnl" dirty="0" err="1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Clustering</a:t>
                      </a:r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 (10’)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Facilitador agrupa post-</a:t>
                      </a:r>
                      <a:r>
                        <a:rPr lang="es-ES_tradnl" dirty="0" err="1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its</a:t>
                      </a:r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 con contenido similar. Grupo ayuda a identificar temas emergentes. Nombrar cada </a:t>
                      </a:r>
                      <a:r>
                        <a:rPr lang="es-ES_tradnl" dirty="0" err="1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cluster</a:t>
                      </a:r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 con un título descriptivo.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46614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E1F11701-FE70-DBBF-9FE8-B423A9687AA2}"/>
              </a:ext>
            </a:extLst>
          </p:cNvPr>
          <p:cNvSpPr txBox="1"/>
          <p:nvPr/>
        </p:nvSpPr>
        <p:spPr>
          <a:xfrm>
            <a:off x="838200" y="1898102"/>
            <a:ext cx="5795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Ejercicio se realiza una vez por categoría (45’ total):</a:t>
            </a:r>
          </a:p>
        </p:txBody>
      </p:sp>
    </p:spTree>
    <p:extLst>
      <p:ext uri="{BB962C8B-B14F-4D97-AF65-F5344CB8AC3E}">
        <p14:creationId xmlns:p14="http://schemas.microsoft.com/office/powerpoint/2010/main" val="60141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692F4-AEDF-0F48-3323-DC35C4604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32A04A-1611-094F-E0D3-A200AEA1A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3. Priorización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5F1E47-0FB2-C1E9-C062-47070EC57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s-ES_tradnl" dirty="0"/>
              <a:t>Cada participante recibe 6 </a:t>
            </a:r>
            <a:r>
              <a:rPr lang="es-ES_tradnl" dirty="0" err="1"/>
              <a:t>stickers</a:t>
            </a:r>
            <a:r>
              <a:rPr lang="es-ES_tradnl" dirty="0"/>
              <a:t>/puntos</a:t>
            </a:r>
          </a:p>
          <a:p>
            <a:r>
              <a:rPr lang="es-ES_tradnl" dirty="0"/>
              <a:t>Puede distribuirlos libremente entre TODOS los </a:t>
            </a:r>
            <a:r>
              <a:rPr lang="es-ES_tradnl" dirty="0" err="1"/>
              <a:t>clusters</a:t>
            </a:r>
            <a:r>
              <a:rPr lang="es-ES_tradnl" dirty="0"/>
              <a:t> (de las 3 categorías)</a:t>
            </a:r>
          </a:p>
          <a:p>
            <a:r>
              <a:rPr lang="es-ES_tradnl" dirty="0"/>
              <a:t>Puede poner múltiples votos en un mismo </a:t>
            </a:r>
            <a:r>
              <a:rPr lang="es-ES_tradnl" dirty="0" err="1"/>
              <a:t>cluster</a:t>
            </a:r>
            <a:r>
              <a:rPr lang="es-ES_tradnl" dirty="0"/>
              <a:t> si lo considera muy importante</a:t>
            </a:r>
          </a:p>
          <a:p>
            <a:r>
              <a:rPr lang="es-ES_tradnl" dirty="0"/>
              <a:t>Contar votos e identificar los 3-6 </a:t>
            </a:r>
            <a:r>
              <a:rPr lang="es-ES_tradnl" dirty="0" err="1"/>
              <a:t>clusters</a:t>
            </a:r>
            <a:r>
              <a:rPr lang="es-ES_tradnl" dirty="0"/>
              <a:t> más votados.</a:t>
            </a:r>
          </a:p>
        </p:txBody>
      </p:sp>
    </p:spTree>
    <p:extLst>
      <p:ext uri="{BB962C8B-B14F-4D97-AF65-F5344CB8AC3E}">
        <p14:creationId xmlns:p14="http://schemas.microsoft.com/office/powerpoint/2010/main" val="1943950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8DC51-922D-3A2A-00ED-29A5D105A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6BD25C-F93B-B6BF-3ACA-06972AB905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s-ES_tradnl" dirty="0"/>
              <a:t>Para cada </a:t>
            </a:r>
            <a:r>
              <a:rPr lang="es-ES_tradnl" dirty="0" err="1"/>
              <a:t>cluster</a:t>
            </a:r>
            <a:r>
              <a:rPr lang="es-ES_tradnl" dirty="0"/>
              <a:t> priorizado, discutir:</a:t>
            </a:r>
          </a:p>
          <a:p>
            <a:pPr marL="0" indent="0">
              <a:buNone/>
            </a:pPr>
            <a:endParaRPr lang="es-ES_tradnl" sz="100" dirty="0"/>
          </a:p>
          <a:p>
            <a:pPr marL="457200" lvl="1" indent="0">
              <a:buNone/>
            </a:pPr>
            <a:r>
              <a:rPr lang="es-ES_tradnl" i="1" dirty="0"/>
              <a:t>¿Cómo se refleja este aprendizaje en el modelo de la Hoja de Ruta?</a:t>
            </a:r>
          </a:p>
          <a:p>
            <a:pPr marL="0" indent="0">
              <a:buNone/>
            </a:pPr>
            <a:endParaRPr lang="es-ES_tradnl" sz="100" i="1" dirty="0"/>
          </a:p>
          <a:p>
            <a:pPr marL="0" indent="0">
              <a:buNone/>
            </a:pPr>
            <a:r>
              <a:rPr lang="es-ES_tradnl" dirty="0"/>
              <a:t>Declarar en qué medida se aborda y qué habría que complementar.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AB767A16-5D87-8E4E-E428-978C579F93D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22252185"/>
              </p:ext>
            </p:extLst>
          </p:nvPr>
        </p:nvGraphicFramePr>
        <p:xfrm>
          <a:off x="6172200" y="1825624"/>
          <a:ext cx="5181600" cy="4351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>
                  <a:extLst>
                    <a:ext uri="{9D8B030D-6E8A-4147-A177-3AD203B41FA5}">
                      <a16:colId xmlns:a16="http://schemas.microsoft.com/office/drawing/2014/main" val="108409522"/>
                    </a:ext>
                  </a:extLst>
                </a:gridCol>
                <a:gridCol w="3005328">
                  <a:extLst>
                    <a:ext uri="{9D8B030D-6E8A-4147-A177-3AD203B41FA5}">
                      <a16:colId xmlns:a16="http://schemas.microsoft.com/office/drawing/2014/main" val="1392446339"/>
                    </a:ext>
                  </a:extLst>
                </a:gridCol>
              </a:tblGrid>
              <a:tr h="565834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Aprendizaje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Abordaje en Hoja de Ruta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733652"/>
                  </a:ext>
                </a:extLst>
              </a:tr>
              <a:tr h="1261835">
                <a:tc>
                  <a:txBody>
                    <a:bodyPr/>
                    <a:lstStyle/>
                    <a:p>
                      <a:pPr algn="ctr"/>
                      <a:endParaRPr lang="es-ES_tradn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_tradnl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2391959"/>
                  </a:ext>
                </a:extLst>
              </a:tr>
              <a:tr h="1261835">
                <a:tc>
                  <a:txBody>
                    <a:bodyPr/>
                    <a:lstStyle/>
                    <a:p>
                      <a:pPr algn="ctr"/>
                      <a:endParaRPr lang="es-ES_tradn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_tradn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7674181"/>
                  </a:ext>
                </a:extLst>
              </a:tr>
              <a:tr h="1261835">
                <a:tc>
                  <a:txBody>
                    <a:bodyPr/>
                    <a:lstStyle/>
                    <a:p>
                      <a:pPr algn="ctr"/>
                      <a:endParaRPr lang="es-ES_tradnl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_tradn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591715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CF818109-C23D-B268-A312-34DCA6A2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4. Abordaje en la Hoja de Ruta</a:t>
            </a:r>
          </a:p>
        </p:txBody>
      </p:sp>
    </p:spTree>
    <p:extLst>
      <p:ext uri="{BB962C8B-B14F-4D97-AF65-F5344CB8AC3E}">
        <p14:creationId xmlns:p14="http://schemas.microsoft.com/office/powerpoint/2010/main" val="3882499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A830EB5-F7BD-7381-BAC4-D34707F59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919468"/>
              </p:ext>
            </p:extLst>
          </p:nvPr>
        </p:nvGraphicFramePr>
        <p:xfrm>
          <a:off x="290349" y="335017"/>
          <a:ext cx="11611302" cy="6187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434">
                  <a:extLst>
                    <a:ext uri="{9D8B030D-6E8A-4147-A177-3AD203B41FA5}">
                      <a16:colId xmlns:a16="http://schemas.microsoft.com/office/drawing/2014/main" val="1391740686"/>
                    </a:ext>
                  </a:extLst>
                </a:gridCol>
                <a:gridCol w="3870434">
                  <a:extLst>
                    <a:ext uri="{9D8B030D-6E8A-4147-A177-3AD203B41FA5}">
                      <a16:colId xmlns:a16="http://schemas.microsoft.com/office/drawing/2014/main" val="1222779906"/>
                    </a:ext>
                  </a:extLst>
                </a:gridCol>
                <a:gridCol w="3870434">
                  <a:extLst>
                    <a:ext uri="{9D8B030D-6E8A-4147-A177-3AD203B41FA5}">
                      <a16:colId xmlns:a16="http://schemas.microsoft.com/office/drawing/2014/main" val="2098765080"/>
                    </a:ext>
                  </a:extLst>
                </a:gridCol>
              </a:tblGrid>
              <a:tr h="397644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Metodología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Gestión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Relación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829047"/>
                  </a:ext>
                </a:extLst>
              </a:tr>
              <a:tr h="5790322">
                <a:tc>
                  <a:txBody>
                    <a:bodyPr/>
                    <a:lstStyle/>
                    <a:p>
                      <a:endParaRPr lang="es-ES_trad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563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4028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3E15-C685-DA47-BF84-1EEF9BF54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3F59889-EBB4-224B-C6CF-4283ACFC2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070426"/>
              </p:ext>
            </p:extLst>
          </p:nvPr>
        </p:nvGraphicFramePr>
        <p:xfrm>
          <a:off x="441434" y="386255"/>
          <a:ext cx="11335403" cy="608549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760865">
                  <a:extLst>
                    <a:ext uri="{9D8B030D-6E8A-4147-A177-3AD203B41FA5}">
                      <a16:colId xmlns:a16="http://schemas.microsoft.com/office/drawing/2014/main" val="3307008239"/>
                    </a:ext>
                  </a:extLst>
                </a:gridCol>
                <a:gridCol w="1762423">
                  <a:extLst>
                    <a:ext uri="{9D8B030D-6E8A-4147-A177-3AD203B41FA5}">
                      <a16:colId xmlns:a16="http://schemas.microsoft.com/office/drawing/2014/main" val="1457207616"/>
                    </a:ext>
                  </a:extLst>
                </a:gridCol>
                <a:gridCol w="1762423">
                  <a:extLst>
                    <a:ext uri="{9D8B030D-6E8A-4147-A177-3AD203B41FA5}">
                      <a16:colId xmlns:a16="http://schemas.microsoft.com/office/drawing/2014/main" val="4064902115"/>
                    </a:ext>
                  </a:extLst>
                </a:gridCol>
                <a:gridCol w="1762423">
                  <a:extLst>
                    <a:ext uri="{9D8B030D-6E8A-4147-A177-3AD203B41FA5}">
                      <a16:colId xmlns:a16="http://schemas.microsoft.com/office/drawing/2014/main" val="2994564876"/>
                    </a:ext>
                  </a:extLst>
                </a:gridCol>
                <a:gridCol w="1762423">
                  <a:extLst>
                    <a:ext uri="{9D8B030D-6E8A-4147-A177-3AD203B41FA5}">
                      <a16:colId xmlns:a16="http://schemas.microsoft.com/office/drawing/2014/main" val="1912474267"/>
                    </a:ext>
                  </a:extLst>
                </a:gridCol>
                <a:gridCol w="1762423">
                  <a:extLst>
                    <a:ext uri="{9D8B030D-6E8A-4147-A177-3AD203B41FA5}">
                      <a16:colId xmlns:a16="http://schemas.microsoft.com/office/drawing/2014/main" val="3955925016"/>
                    </a:ext>
                  </a:extLst>
                </a:gridCol>
                <a:gridCol w="1762423">
                  <a:extLst>
                    <a:ext uri="{9D8B030D-6E8A-4147-A177-3AD203B41FA5}">
                      <a16:colId xmlns:a16="http://schemas.microsoft.com/office/drawing/2014/main" val="2902382058"/>
                    </a:ext>
                  </a:extLst>
                </a:gridCol>
              </a:tblGrid>
              <a:tr h="3042745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Aprendizaje</a:t>
                      </a:r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endParaRPr lang="es-ES_trad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104269"/>
                  </a:ext>
                </a:extLst>
              </a:tr>
              <a:tr h="3042745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Red Hat Display" panose="02010303040201060303" pitchFamily="2" charset="0"/>
                          <a:ea typeface="Red Hat Display" panose="02010303040201060303" pitchFamily="2" charset="0"/>
                          <a:cs typeface="Red Hat Display" panose="02010303040201060303" pitchFamily="2" charset="0"/>
                        </a:rPr>
                        <a:t>Abordaje en Hoja de Ruta</a:t>
                      </a:r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70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108086"/>
      </p:ext>
    </p:extLst>
  </p:cSld>
  <p:clrMapOvr>
    <a:masterClrMapping/>
  </p:clrMapOvr>
</p:sld>
</file>

<file path=ppt/theme/theme1.xml><?xml version="1.0" encoding="utf-8"?>
<a:theme xmlns:a="http://schemas.openxmlformats.org/drawingml/2006/main" name="Patrón bas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B4DF1D3987875469DB7A3FDDE5BA1E6" ma:contentTypeVersion="11" ma:contentTypeDescription="Crear nuevo documento." ma:contentTypeScope="" ma:versionID="bfb49fe7c0137729a43211899d3b2641">
  <xsd:schema xmlns:xsd="http://www.w3.org/2001/XMLSchema" xmlns:xs="http://www.w3.org/2001/XMLSchema" xmlns:p="http://schemas.microsoft.com/office/2006/metadata/properties" xmlns:ns2="882678a7-caec-44a7-88bf-e1978ea65b28" xmlns:ns3="a001a1af-a556-45fc-98b8-e226d01837a2" targetNamespace="http://schemas.microsoft.com/office/2006/metadata/properties" ma:root="true" ma:fieldsID="b1ada9e6a27b9b82b4369a200ce7750c" ns2:_="" ns3:_="">
    <xsd:import namespace="882678a7-caec-44a7-88bf-e1978ea65b28"/>
    <xsd:import namespace="a001a1af-a556-45fc-98b8-e226d01837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2678a7-caec-44a7-88bf-e1978ea65b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a6e80ca7-40e2-46d8-8e75-79c449f821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01a1af-a556-45fc-98b8-e226d01837a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a15c61e-1ca6-4215-857b-7b9f0c2682d2}" ma:internalName="TaxCatchAll" ma:showField="CatchAllData" ma:web="a001a1af-a556-45fc-98b8-e226d01837a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2678a7-caec-44a7-88bf-e1978ea65b28">
      <Terms xmlns="http://schemas.microsoft.com/office/infopath/2007/PartnerControls"/>
    </lcf76f155ced4ddcb4097134ff3c332f>
    <MediaLengthInSeconds xmlns="882678a7-caec-44a7-88bf-e1978ea65b28" xsi:nil="true"/>
    <TaxCatchAll xmlns="a001a1af-a556-45fc-98b8-e226d01837a2" xsi:nil="true"/>
  </documentManagement>
</p:properties>
</file>

<file path=customXml/itemProps1.xml><?xml version="1.0" encoding="utf-8"?>
<ds:datastoreItem xmlns:ds="http://schemas.openxmlformats.org/officeDocument/2006/customXml" ds:itemID="{C4E29A34-D407-4516-99DF-7205ABCDD1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AE6AF6-04A0-4081-8B8C-3C652AE3C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2678a7-caec-44a7-88bf-e1978ea65b28"/>
    <ds:schemaRef ds:uri="a001a1af-a556-45fc-98b8-e226d01837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09C723-B685-4BFB-8CD7-833F73A1C680}">
  <ds:schemaRefs>
    <ds:schemaRef ds:uri="http://purl.org/dc/dcmitype/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882678a7-caec-44a7-88bf-e1978ea65b28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a001a1af-a556-45fc-98b8-e226d01837a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4645</TotalTime>
  <Words>436</Words>
  <Application>Microsoft Macintosh PowerPoint</Application>
  <PresentationFormat>Panorámica</PresentationFormat>
  <Paragraphs>59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Red Hat Display</vt:lpstr>
      <vt:lpstr>Arial</vt:lpstr>
      <vt:lpstr>Aptos</vt:lpstr>
      <vt:lpstr>Calibri</vt:lpstr>
      <vt:lpstr>Patrón base</vt:lpstr>
      <vt:lpstr>Evaluación del Proceso</vt:lpstr>
      <vt:lpstr>Objetivos</vt:lpstr>
      <vt:lpstr>Metodología*</vt:lpstr>
      <vt:lpstr>Categorías de análisis</vt:lpstr>
      <vt:lpstr>1. Reflexión Individual (10’)</vt:lpstr>
      <vt:lpstr>2. Mapeo colectivo por categorías</vt:lpstr>
      <vt:lpstr>3. Priorización</vt:lpstr>
      <vt:lpstr>4. Abordaje en la Hoja de Ruta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Marko Bremer</cp:lastModifiedBy>
  <cp:revision>16</cp:revision>
  <dcterms:created xsi:type="dcterms:W3CDTF">2023-04-25T15:00:36Z</dcterms:created>
  <dcterms:modified xsi:type="dcterms:W3CDTF">2025-12-23T19:31:09Z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0x0101007B4DF1D3987875469DB7A3FDDE5BA1E6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  <property fmtid="{D5CDD505-2E9C-101B-9397-08002B2CF9AE}" pid="10" name="_SharedFileIndex">
    <vt:lpwstr/>
  </property>
  <property fmtid="{D5CDD505-2E9C-101B-9397-08002B2CF9AE}" pid="11" name="_SourceUrl">
    <vt:lpwstr/>
  </property>
</Properties>
</file>