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0093" y="1152525"/>
            <a:ext cx="708381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Sistematización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302050" y="2492276"/>
            <a:ext cx="2539901" cy="76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33679" y="2949476"/>
            <a:ext cx="42766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Protagonistas del Cambio 2025-2026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28148" y="3752701"/>
            <a:ext cx="30875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para Equipo Interno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Propósito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66726"/>
            <a:ext cx="8290661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plan metodológico guía el proceso de </a:t>
            </a:r>
            <a:pPr algn="l" indent="0" marL="0">
              <a:lnSpc>
                <a:spcPts val="2560"/>
              </a:lnSpc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sistematización de la experiencia</a:t>
            </a:r>
            <a:pPr algn="l" indent="0" marL="0">
              <a:lnSpc>
                <a:spcPts val="256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"Protagonistas del Cambio" (2023-2025) para producir un modelo escalable, coherente y replicable.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959298"/>
            <a:ext cx="8128099" cy="1117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6050" y="2959298"/>
            <a:ext cx="0" cy="1117402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3213199"/>
            <a:ext cx="7694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Evolucionamos de Aprendizaje Servicio (A+S) hacia un marco más amplio: Aprendizaje Colaborativo Basado en Retos (ACBR)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66726"/>
            <a:ext cx="8128099" cy="231636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1666726"/>
            <a:ext cx="0" cy="2316361"/>
          </a:xfrm>
          <a:prstGeom prst="line">
            <a:avLst/>
          </a:prstGeom>
          <a:noFill/>
          <a:ln w="9525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4200" y="2047726"/>
            <a:ext cx="7416266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Sistematizar la experiencia del programa Protagonistas del Cambio para generar un </a:t>
            </a:r>
            <a:pPr algn="l"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formativo optimizado, documentado y escalable</a:t>
            </a:r>
            <a:pPr algn="l" indent="0" marL="0">
              <a:lnSpc>
                <a:spcPts val="306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organizado bajo el marco lógico, que permita su replicación en diversos contextos educativos.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39776"/>
            <a:ext cx="8128099" cy="2819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la implementación 2025 identificando fortalezas, debilidades y aprendizajes clave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modelo sistematizado con marco lógico completo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estructura de roles optimizada, perfiles requeridos y criterios de escalabilidad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el modelo con equipo interno, equipos motores y dirección de GE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Producir materiales didácticos optimizados para plataforma Moodle 2026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manual operativo para implementación del modelo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03102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Fases 1-4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12677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412677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1631900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65200" y="1565077"/>
            <a:ext cx="182484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Exhaustiva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65200" y="1779538"/>
            <a:ext cx="182484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semanas - Noviembre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197150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6525" y="2197150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700" y="2416373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65200" y="2349550"/>
            <a:ext cx="235828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Síntesis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65200" y="2564011"/>
            <a:ext cx="235828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semanas - Fines noviembre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2981623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6525" y="2981623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700" y="3200846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65200" y="3134023"/>
            <a:ext cx="266629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Modelo Sistematizado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65200" y="3348484"/>
            <a:ext cx="266629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semanas - Diciembre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950" y="3766096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6525" y="3766096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700" y="3985320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65200" y="3918496"/>
            <a:ext cx="259145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Equipos Motores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65200" y="4132957"/>
            <a:ext cx="259145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semana - Diciembre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03102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Fases 5-7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12677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412677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1631900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65200" y="1565077"/>
            <a:ext cx="228314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Dirección 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65200" y="1779538"/>
            <a:ext cx="228314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semanas - Diciembre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247900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6525" y="2247900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700" y="2467124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65200" y="2400300"/>
            <a:ext cx="267586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de Materiales Moodle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65200" y="2614761"/>
            <a:ext cx="267586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semanas - Diciembre/Enero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3083123"/>
            <a:ext cx="8128099" cy="733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26941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6525" y="3083123"/>
            <a:ext cx="0" cy="733723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700" y="3302347"/>
            <a:ext cx="5829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65200" y="3235523"/>
            <a:ext cx="20522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 y Ajustes Finales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65200" y="3449985"/>
            <a:ext cx="20522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semanas - Enero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Exhaustiva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529953"/>
            <a:ext cx="8868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1403"/>
            <a:ext cx="886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85355" y="1529953"/>
            <a:ext cx="13302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85355" y="1701403"/>
            <a:ext cx="1330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Noviembre 2025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101453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364879"/>
            <a:ext cx="829066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información sistemática sobre la implementación 2025 desde múltiples fuentes y perspectivas.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68858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Principales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2952006"/>
            <a:ext cx="8128099" cy="9289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de fuentes disponibles (videos, productos, documentos)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aplicación de encuesta a equipos motores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Conversaciones con participantes disponibles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Sistematización del conocimiento tácito del equipo 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95719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Clave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422061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organizada + Informe preliminar de hallazgos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Síntesis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529953"/>
            <a:ext cx="1038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1403"/>
            <a:ext cx="1038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33588" y="1529953"/>
            <a:ext cx="13401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33588" y="1701403"/>
            <a:ext cx="13401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noviembre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101453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364879"/>
            <a:ext cx="829066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la información levantada para identificar patrones, fortalezas, debilidades y aprendizajes clave.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67206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Principales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2935486"/>
            <a:ext cx="8128099" cy="9289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cuantitativo de encuestas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cualitativo de conversaciones y productos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fortalezas, debilidades y aprendizajes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sobre roles, escalabilidad y transferibilidad a ACBR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94067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Clave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420409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Evaluación (30-40 páginas) + Presentación ejecutiva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Modelo Sistematizado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529953"/>
            <a:ext cx="1038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1403"/>
            <a:ext cx="1038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33588" y="1529953"/>
            <a:ext cx="12696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33588" y="1701403"/>
            <a:ext cx="1269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 2025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193625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Principales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247305"/>
            <a:ext cx="8128099" cy="104105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marco conceptual ACBR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Matriz de Marco Lógico completa (fin, propósito, componentes, actividades)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estructura de roles optimizada con criterios de escalabilidad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Elaboración de Manual Operativo integrando todos los elementos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950" y="3339108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Clave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650159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Operativo (80-120 págs) + Matriz Marco Lógico + Documento Roles y Perfiles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Equipos Motores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657052"/>
            <a:ext cx="7962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828502"/>
            <a:ext cx="796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semana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6504" y="1657052"/>
            <a:ext cx="12696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96504" y="1828502"/>
            <a:ext cx="1269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 2025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355503"/>
            <a:ext cx="8128099" cy="1076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355503"/>
            <a:ext cx="0" cy="1076920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051" y="2609404"/>
            <a:ext cx="7694980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Validar la pertinencia práctica del modelo con participantes que han vivido la experiencia del programa.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45772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Principal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794224"/>
            <a:ext cx="8290661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de validación (presencial/online, 2-3 horas) con participantes disponibles para recoger retroalimentación y ajustar el modelo según pertinencia desde la práctica.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Dirección 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657052"/>
            <a:ext cx="1038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828502"/>
            <a:ext cx="1038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33588" y="1657052"/>
            <a:ext cx="12696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33588" y="1828502"/>
            <a:ext cx="1269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 2025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355503"/>
            <a:ext cx="8128099" cy="1076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355503"/>
            <a:ext cx="0" cy="1076920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051" y="2609404"/>
            <a:ext cx="7694980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Obtener aprobación estratégica del modelo por parte de la dirección de Grupo Educativo.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45772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Principal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794224"/>
            <a:ext cx="8290661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del modelo a dirección (Paulina, Andrés, Eduardo) para validar enfoque ACBR, estructura de roles, viabilidad y asegurar recursos para producción de materiales.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de Materiales Moodle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529953"/>
            <a:ext cx="8868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1403"/>
            <a:ext cx="886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85355" y="1529953"/>
            <a:ext cx="1653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85355" y="1701403"/>
            <a:ext cx="1653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 2025 - Ene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193625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Principales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247305"/>
            <a:ext cx="8128099" cy="131400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instruccional de la plataforma (sincrónico vs asincrónico)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de guiones y cápsulas de video (6-10 videos, 8-10 min c/u)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metodológicas optimizadas y actualizadas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interactivas en Moodle (cuestionarios, foros, H5P)</a:t>
            </a:r>
            <a:endParaRPr lang="en-US" sz="1250" dirty="0"/>
          </a:p>
          <a:p>
            <a:pPr algn="l" marL="158750" indent="-15875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Fichas, plantillas y rúbricas actualizadas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950" y="3612059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Clave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923109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completo de materiales listos para montaje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6052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52240"/>
            <a:ext cx="914400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56495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 y Ajustes Finales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657052"/>
            <a:ext cx="1038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828502"/>
            <a:ext cx="1038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33588" y="1657052"/>
            <a:ext cx="9375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33588" y="1828502"/>
            <a:ext cx="9375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355503"/>
            <a:ext cx="8128099" cy="79236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355503"/>
            <a:ext cx="0" cy="792361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051" y="2609404"/>
            <a:ext cx="769498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Montar el curso completo en Moodle y realizar pruebas finales pre-lanzamiento.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17316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Principales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509665"/>
            <a:ext cx="8128099" cy="9289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 técnico en Moodle (estructura, recursos, configuraciones)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navegación y funcionalidad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finales y correcciones</a:t>
            </a:r>
            <a:endParaRPr lang="en-US" sz="1200" dirty="0"/>
          </a:p>
          <a:p>
            <a:pPr algn="l" marL="158750" indent="-158750">
              <a:lnSpc>
                <a:spcPts val="168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para lanzamiento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392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95350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Finales Esperados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114425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1241375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2526" y="1422946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Evaluación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(30-40 págs)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2667" y="1114425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66480" y="1114425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7243" y="1241375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7243" y="1422946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Operativo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Modelo ACBR (80-120 págs)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77384" y="1114425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01196" y="1114425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1959" y="1241375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51959" y="1422946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Marco Lógico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1989237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1989237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526" y="2116187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2526" y="2297757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Roles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Perfiles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2667" y="1989237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66480" y="1989237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7243" y="2116187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7243" y="2297757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Moodle 2026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completo y operativo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77384" y="1989237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01196" y="1989237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1959" y="2116187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1959" y="2297757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Didácticos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videos, guías, fichas, actividades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2864048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1763" y="2864048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526" y="2990999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2526" y="3172569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Instruccional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plataforma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2667" y="2864048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66480" y="2864048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7243" y="2990999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17243" y="3172569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Manuales de Soporte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(usuario y facilitador)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77384" y="2864048"/>
            <a:ext cx="2658517" cy="7986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01196" y="2864048"/>
            <a:ext cx="0" cy="798612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1959" y="2990999"/>
            <a:ext cx="24041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51959" y="3172569"/>
            <a:ext cx="24041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Investigación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ACBR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Responsabilidades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39776"/>
            <a:ext cx="8128099" cy="11364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539776"/>
            <a:ext cx="0" cy="1136452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51" y="1793677"/>
            <a:ext cx="7694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Sistematización: Marko Bremer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8051" y="2003227"/>
            <a:ext cx="76949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general, diseño de instrumentos, análisis, diseño del modelo, redacción del Manual Operativo, diseño instruccional Moodle, supervisión de todas las fases.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2866727"/>
            <a:ext cx="8128099" cy="1511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866727"/>
            <a:ext cx="0" cy="151120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175" y="3095327"/>
            <a:ext cx="77757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del Equipo GE (Verónica y otros):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175" y="3422303"/>
            <a:ext cx="77757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instrumentos, participación en sistematización, revisión de documentos (validación interna), apoyo en producción de materiales, pruebas de navegación.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4175" y="3949303"/>
            <a:ext cx="77757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Técnico de Plataforma:</a:t>
            </a:r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Montaje técnico en Moodle, configuración, soporte durante pruebas.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392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95350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e Hitos Críticos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8128099" cy="7239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114425"/>
            <a:ext cx="0" cy="72390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839" y="1266825"/>
            <a:ext cx="79214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Total: 11-12 semanas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9839" y="1514475"/>
            <a:ext cx="7921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(Noviembre 2025 - Enero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199072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99072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206692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semana 3 nov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22450" y="2066925"/>
            <a:ext cx="2368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Finalización levantamiento de datos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7950" y="235267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35267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242887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noviembre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22450" y="2428875"/>
            <a:ext cx="21276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Evaluación completo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950" y="271462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271462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450" y="279082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Mediados dic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22450" y="2790825"/>
            <a:ext cx="18213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Operativo completo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950" y="307657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7000" y="307657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450" y="315277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semana 3 dic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22450" y="3152775"/>
            <a:ext cx="210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equipos motores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950" y="343852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7000" y="343852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450" y="351472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semana 4 dic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22450" y="3514725"/>
            <a:ext cx="1598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de dirección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7950" y="380047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27000" y="380047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450" y="387667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Mediados ene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222450" y="3876675"/>
            <a:ext cx="14072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completos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7950" y="4162425"/>
            <a:ext cx="8128099" cy="323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26941" dir="27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27000" y="4162425"/>
            <a:ext cx="0" cy="323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450" y="423862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semana 3 ene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222450" y="4238625"/>
            <a:ext cx="2446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 operativo - LANZAMIENTO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392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95350"/>
            <a:ext cx="9144000" cy="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Inmediatos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8128099" cy="504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114425"/>
            <a:ext cx="0" cy="504825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500" y="1266825"/>
            <a:ext cx="7921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aprobado este plan: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771650"/>
            <a:ext cx="8128099" cy="62954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771650"/>
            <a:ext cx="0" cy="62954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550" y="1873151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550" y="1873151"/>
            <a:ext cx="35338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plan con equipo 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550" y="2086421"/>
            <a:ext cx="35338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Recoger retroalimentación y ajustar si es necesario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2451943"/>
            <a:ext cx="8128099" cy="62954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451943"/>
            <a:ext cx="0" cy="62954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550" y="2553444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7550" y="2553444"/>
            <a:ext cx="35079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timeline con dirección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7550" y="2766715"/>
            <a:ext cx="35079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Asegurar recursos necesarios y confirmar deadline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3132237"/>
            <a:ext cx="8128099" cy="62954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132237"/>
            <a:ext cx="0" cy="62954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550" y="323373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550" y="3233738"/>
            <a:ext cx="40176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Fase 1 - Mapeo de fuentes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7550" y="3447008"/>
            <a:ext cx="40176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Comenzar inventario de materiales y diseñar instrumentos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950" y="3812530"/>
            <a:ext cx="8128099" cy="62954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27000" y="3812530"/>
            <a:ext cx="0" cy="62954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550" y="3914031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17550" y="3914031"/>
            <a:ext cx="40440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investigación sobre ACBR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7550" y="4127302"/>
            <a:ext cx="40440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paralela para fundamentar marco conceptual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295" y="1053257"/>
            <a:ext cx="728541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 o Comentarios?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984450" y="2561332"/>
            <a:ext cx="3174950" cy="76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9511" y="3018532"/>
            <a:ext cx="61049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retroalimentación es fundamental para ajustar este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61161" y="3765203"/>
            <a:ext cx="342167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spcBef>
                <a:spcPts val="3000"/>
              </a:spcBef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Protagonistas del Cambio 2025-2026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Sistematización - Protagonistas del Cambio</dc:title>
  <dc:subject>PptxGenJS Presentation</dc:subject>
  <dc:creator>Marko Bremer - Grupo Educativo</dc:creator>
  <cp:lastModifiedBy>Marko Bremer - Grupo Educativo</cp:lastModifiedBy>
  <cp:revision>1</cp:revision>
  <dcterms:created xsi:type="dcterms:W3CDTF">2025-11-07T12:52:08Z</dcterms:created>
  <dcterms:modified xsi:type="dcterms:W3CDTF">2025-11-07T12:52:08Z</dcterms:modified>
</cp:coreProperties>
</file>